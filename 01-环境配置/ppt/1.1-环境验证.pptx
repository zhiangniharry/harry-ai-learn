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8288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18288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182880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03320" y="18288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8288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0680" y="182880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8288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18288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82880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987552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987552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987552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987552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987552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987552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987552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987552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987552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987552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1792224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1792224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1792224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1792224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03320" y="1792224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792224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1792224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792224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1792224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1792224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2596896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2596896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2596896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0" y="2596896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03320" y="2596896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596896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0680" y="2596896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2596896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78040" y="2596896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2596896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3401568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3401568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65960" y="3401568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34640" y="3401568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03320" y="3401568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0" y="3401568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40680" y="3401568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3401568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78040" y="3401568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46720" y="3401568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420624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7280" y="4206240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65960" y="420624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34640" y="420624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03320" y="4206240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0" y="420624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40680" y="420624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9360" y="4206240"/>
            <a:ext cx="502920" cy="502920"/>
          </a:xfrm>
          <a:prstGeom prst="rect">
            <a:avLst/>
          </a:prstGeom>
          <a:solidFill>
            <a:srgbClr val="0077B6">
              <a:alpha val="2000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78040" y="420624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46720" y="4206240"/>
            <a:ext cx="502920" cy="502920"/>
          </a:xfrm>
          <a:prstGeom prst="rect">
            <a:avLst/>
          </a:prstGeom>
          <a:solidFill>
            <a:srgbClr val="03045E">
              <a:alpha val="0"/>
            </a:srgbClr>
          </a:solidFill>
          <a:ln w="635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 1.1 | PyTorch + CUDA 环境验证</a:t>
            </a:r>
            <a:endParaRPr lang="en-US" sz="3600" dirty="0"/>
          </a:p>
        </p:txBody>
      </p:sp>
      <p:sp>
        <p:nvSpPr>
          <p:cNvPr id="63" name="Shape 61"/>
          <p:cNvSpPr/>
          <p:nvPr/>
        </p:nvSpPr>
        <p:spPr>
          <a:xfrm>
            <a:off x="3200400" y="260604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从零配置深度学习环境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2011680" y="356616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077B6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11680" y="3566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2.5.1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023360" y="356616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077B6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23360" y="3566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12.1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035040" y="356616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077B6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35040" y="3566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2070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验证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CUDA 可用性与 GPU 设备信息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810512"/>
            <a:ext cx="6858000" cy="18288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Tensor 创建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395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CPU/GPU 上创建并操作张量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724912"/>
            <a:ext cx="6858000" cy="18288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CUDA 加速原理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3101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GPU 并行计算与 SIMD 架构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3639312"/>
            <a:ext cx="6858000" cy="18288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2245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 verify_pytorch.py 验证脚本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4553712"/>
            <a:ext cx="6858000" cy="18288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0" y="1097280"/>
            <a:ext cx="2286000" cy="3291840"/>
          </a:xfrm>
          <a:prstGeom prst="roundRect">
            <a:avLst>
              <a:gd name="adj" fmla="val 4000"/>
            </a:avLst>
          </a:prstGeom>
          <a:solidFill>
            <a:srgbClr val="CAF0F8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+ CUDA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1691640"/>
            <a:ext cx="17373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1.1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8368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7 个章节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457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051560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38100" dist="25400" dir="1800000">
              <a:srgbClr val="000000">
                <a:alpha val="8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73152" cy="8412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234440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234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PyTorch 张量（Tensor）的基本概念与操作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508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torch.tensor / torch.zeros / torch.rand 等核心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38100" dist="25400" dir="1800000">
              <a:srgbClr val="000000">
                <a:alpha val="8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011680"/>
            <a:ext cx="73152" cy="8412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" y="2194560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103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GPU 迁移的核心方法：tensor.to(device)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2468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device 上下文管理器在不同硬件间的数据流转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38100" dist="25400" dir="1800000">
              <a:srgbClr val="000000">
                <a:alpha val="8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971800"/>
            <a:ext cx="73152" cy="8412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3154680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063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CUDA / cuDNN 可用性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429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torch.cuda.is_available() 与 torch.backends.cudnn.is_available() 确认驱动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38100" dist="25400" dir="1800000">
              <a:srgbClr val="000000">
                <a:alpha val="8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931920"/>
            <a:ext cx="73152" cy="8412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" y="4114800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4114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能够独立完成环境配置，自行排查问题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4389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 pip / conda 安装流程，理解版本兼容矩阵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663440"/>
            <a:ext cx="457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加速原理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GPU 更快？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9144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57276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6093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SIMD — 单指令多数据流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48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核心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1854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 4~16 核（通用）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724912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249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核心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761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数千个轻量核心（并行）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00984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009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典型加速比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10× ~ 100× vs CPU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877056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8770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913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矩阵乘法、卷积、Transformer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48056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90E0EF">
              <a:alpha val="5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80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4-16 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94560" y="4480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606040" y="448056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4480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数千 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API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63440" y="1417320"/>
            <a:ext cx="9144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1572768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E1E1E"/>
          </a:solidFill>
          <a:ln/>
          <a:effectLst>
            <a:outerShdw sx="100000" sy="100000" kx="0" ky="0" algn="bl" rotWithShape="0" blurRad="38100" dist="25400" dir="1800000">
              <a:srgbClr val="000000">
                <a:alpha val="15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1645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torch.cuda.is_available()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19202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 / False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10312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检查 CUDA 驱动是否可用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3774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E1E1E"/>
          </a:solidFill>
          <a:ln/>
          <a:effectLst>
            <a:outerShdw sx="100000" sy="100000" kx="0" ky="0" algn="bl" rotWithShape="0" blurRad="38100" dist="25400" dir="1800000">
              <a:srgbClr val="000000">
                <a:alpha val="150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24505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torch.cuda.device_count()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27249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GPU 数量（整数）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90779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返回可见 GPU 设备数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18211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E1E1E"/>
          </a:solidFill>
          <a:ln/>
          <a:effectLst>
            <a:outerShdw sx="100000" sy="100000" kx="0" ky="0" algn="bl" rotWithShape="0" blurRad="38100" dist="25400" dir="1800000">
              <a:srgbClr val="000000">
                <a:alpha val="15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3255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torch.cuda.get_device_name(0)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35295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'NVIDIA RTX 2070'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371246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获取第 0 块 GPU 型号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98678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E1E1E"/>
          </a:solidFill>
          <a:ln/>
          <a:effectLst>
            <a:outerShdw sx="100000" sy="100000" kx="0" ky="0" algn="bl" rotWithShape="0" blurRad="38100" dist="25400" dir="1800000">
              <a:srgbClr val="000000">
                <a:alpha val="150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0600" y="40599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torch.backends.cudnn.is_available()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43342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 / False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451713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检查 cuDNN 加速库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03920" y="4663440"/>
            <a:ext cx="457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Tensor 创建与 GPU 迁移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50800" dist="25400" dir="1800000">
              <a:srgbClr val="000000">
                <a:alpha val="18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11556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1155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2648" y="1481328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CPU 张量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" y="1828800"/>
            <a:ext cx="2386584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920240"/>
            <a:ext cx="238658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在 CPU 上创建一维张量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 = torch.tensor([1.0, 2.0, 3.0])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print(tensor)  # tensor([1., 2., 3.])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创建一个 3×4 随机张量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 = torch.rand(3, 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print(mat.shape)  # torch.Size([3, 4])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27248" y="251460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37560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3045E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1800000">
              <a:srgbClr val="000000">
                <a:alpha val="18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7288" y="111556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11155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47288" y="1481328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GPU 可用性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47288" y="1828800"/>
            <a:ext cx="2386584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1920240"/>
            <a:ext cx="238658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根据硬件选择设备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= torch.device(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'cuda' if torch.cuda.is_available()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'cpu'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print(device)  # cuda  或  cpu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获取 GPU 数量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torch.cuda.device_count()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print(f'可用 GPU: {n} 台')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61888" y="251460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172200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3045E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1800000">
              <a:srgbClr val="000000">
                <a:alpha val="18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81928" y="111556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1155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81928" y="1481328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迁移张量到 GPU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81928" y="1828800"/>
            <a:ext cx="2386584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281928" y="1920240"/>
            <a:ext cx="238658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使用 .to(device) 迁移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tensor_gpu = tensor.to(device)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或者创建时直接指定设备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mat_gpu = torch.rand(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3, 4, device=device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验证位置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print(tensor_gpu.device)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cuda:0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66344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63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核心方法：tensor.to(device)  /  mat.to(device)  —  GPU 迁移的标准写法，兼容 CPU/GPU 自动切换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457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代码实战：环境验证脚本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0058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7B6"/>
          </a:solidFill>
          <a:ln/>
        </p:spPr>
      </p:sp>
      <p:sp>
        <p:nvSpPr>
          <p:cNvPr id="6" name="Shape 4"/>
          <p:cNvSpPr/>
          <p:nvPr/>
        </p:nvSpPr>
        <p:spPr>
          <a:xfrm>
            <a:off x="576072" y="1078992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481328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PyTorch 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12344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79192" y="10058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7B6"/>
          </a:solidFill>
          <a:ln/>
        </p:spPr>
      </p:sp>
      <p:sp>
        <p:nvSpPr>
          <p:cNvPr id="12" name="Shape 10"/>
          <p:cNvSpPr/>
          <p:nvPr/>
        </p:nvSpPr>
        <p:spPr>
          <a:xfrm>
            <a:off x="2752344" y="1078992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752344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36392" y="1097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CUDA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52344" y="1481328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torch.cuda.is_available()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9432" y="12344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55464" y="10058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7B6"/>
          </a:solidFill>
          <a:ln/>
        </p:spPr>
      </p:sp>
      <p:sp>
        <p:nvSpPr>
          <p:cNvPr id="18" name="Shape 16"/>
          <p:cNvSpPr/>
          <p:nvPr/>
        </p:nvSpPr>
        <p:spPr>
          <a:xfrm>
            <a:off x="4928616" y="1078992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12664" y="1097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cuDNN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28616" y="1481328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torch.backends.cudnn.is_available()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75704" y="12344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31736" y="10058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7B6"/>
          </a:solidFill>
          <a:ln/>
        </p:spPr>
      </p:sp>
      <p:sp>
        <p:nvSpPr>
          <p:cNvPr id="24" name="Shape 22"/>
          <p:cNvSpPr/>
          <p:nvPr/>
        </p:nvSpPr>
        <p:spPr>
          <a:xfrm>
            <a:off x="7104888" y="1078992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7104888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88936" y="1097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GPU info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04888" y="1481328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 name + count + memory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2011680"/>
            <a:ext cx="5120640" cy="2971800"/>
          </a:xfrm>
          <a:prstGeom prst="roundRect">
            <a:avLst>
              <a:gd name="adj" fmla="val 3077"/>
            </a:avLst>
          </a:prstGeom>
          <a:solidFill>
            <a:srgbClr val="1E1E1E"/>
          </a:solidFill>
          <a:ln/>
          <a:effectLst>
            <a:outerShdw sx="100000" sy="100000" kx="0" ky="0" algn="bl" rotWithShape="0" blurRad="50800" dist="25400" dir="1800000">
              <a:srgbClr val="000000">
                <a:alpha val="18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" y="2103120"/>
            <a:ext cx="489204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verify_pytorch.py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print(f'PyTorch: {torch.__version__}')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Step 2: Check CUDA 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torch.cuda.is_available():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print('✓ CUDA 可用')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  设备数: {torch.cuda.device_count()}')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  型号: {torch.cuda.get_device_name(0)}')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 = torch.cuda.get_device_properties(0).total_memory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  显存: {mem / 1024**3:.1f} GB')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print('✗ CUDA 不可用（仅 CPU 模式）')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Step 3: Check cuDNN 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print(f'cuDNN: {torch.backends.cudnn.is_available()}')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06440" y="2011680"/>
            <a:ext cx="2971800" cy="2971800"/>
          </a:xfrm>
          <a:prstGeom prst="roundRect">
            <a:avLst>
              <a:gd name="adj" fmla="val 3077"/>
            </a:avLst>
          </a:prstGeom>
          <a:solidFill>
            <a:srgbClr val="0D1117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08483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2377440"/>
            <a:ext cx="269748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PyTorch: 2.5.1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CUDA 可用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设备数: 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型号: NVIDIA RTX 2070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显存: 8.0 GB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cuDNN: True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06440" y="4663440"/>
            <a:ext cx="2971800" cy="347472"/>
          </a:xfrm>
          <a:prstGeom prst="roundRect">
            <a:avLst>
              <a:gd name="adj" fmla="val 15789"/>
            </a:avLst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466344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cuDNN: False  →  安装 CUDA Toolkit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503920" y="4663440"/>
            <a:ext cx="457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&amp; 下节预告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9144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572768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25400" dist="12700" dir="1800000">
              <a:srgbClr val="000000">
                <a:alpha val="8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73352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655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6642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是深度学习训练的核心加速器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231136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25400" dist="12700" dir="1800000">
              <a:srgbClr val="000000">
                <a:alpha val="8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2331720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23225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.to(device) 是 GPU 迁移的标准方法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889504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25400" dist="12700" dir="1800000">
              <a:srgbClr val="000000">
                <a:alpha val="8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990088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29809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验证三件套：CUDA / cuDNN / GPU型号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4663440" cy="1417320"/>
          </a:xfrm>
          <a:prstGeom prst="roundRect">
            <a:avLst>
              <a:gd name="adj" fmla="val 6452"/>
            </a:avLst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6393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快速参考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93192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torch.cuda.is_available()        # 检查 CUDA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torch.cuda.device_count()        # GPU 数量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torch.cuda.get_device_name(0)   # GPU 型号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torch.backends.cudnn.is_available()  # cuDNN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tensor.to(device)                # GPU 迁移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49240" y="960120"/>
            <a:ext cx="3474720" cy="4069080"/>
          </a:xfrm>
          <a:prstGeom prst="roundRect">
            <a:avLst>
              <a:gd name="adj" fmla="val 3158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0" y="1005840"/>
            <a:ext cx="3383280" cy="3977640"/>
          </a:xfrm>
          <a:prstGeom prst="roundRect">
            <a:avLst>
              <a:gd name="adj" fmla="val 2703"/>
            </a:avLst>
          </a:prstGeom>
          <a:solidFill>
            <a:srgbClr val="03045E"/>
          </a:solidFill>
          <a:ln/>
        </p:spPr>
      </p:sp>
      <p:sp>
        <p:nvSpPr>
          <p:cNvPr id="24" name="Shape 22"/>
          <p:cNvSpPr/>
          <p:nvPr/>
        </p:nvSpPr>
        <p:spPr>
          <a:xfrm>
            <a:off x="5394960" y="1005840"/>
            <a:ext cx="3383280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5" name="Shape 23"/>
          <p:cNvSpPr/>
          <p:nvPr/>
        </p:nvSpPr>
        <p:spPr>
          <a:xfrm>
            <a:off x="5394960" y="1572768"/>
            <a:ext cx="33832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1097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下节预告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577840" y="1755648"/>
            <a:ext cx="301752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17556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 1.2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77840" y="2633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/ DataLoader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52160" y="3017520"/>
            <a:ext cx="2468880" cy="27432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31546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如何高效加载 MNIST、CIFAR 等标准数据集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35204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理解 batch 批处理与 shuffle 随机化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38862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掌握 DataLoader 的 num_workers 多进程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42519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搭建可复现的数据预处理管线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4617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457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 1.1 | PyTorch + CUDA 环境验证</dc:title>
  <dc:subject>PyTorch + CUDA 环境验证</dc:subject>
  <dc:creator>Harry AI</dc:creator>
  <cp:lastModifiedBy>Harry AI</cp:lastModifiedBy>
  <cp:revision>1</cp:revision>
  <dcterms:created xsi:type="dcterms:W3CDTF">2026-05-20T03:44:33Z</dcterms:created>
  <dcterms:modified xsi:type="dcterms:W3CDTF">2026-05-20T03:44:33Z</dcterms:modified>
</cp:coreProperties>
</file>